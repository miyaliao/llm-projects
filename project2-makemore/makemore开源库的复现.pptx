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57" r:id="rId5"/>
    <p:sldId id="258" r:id="rId6"/>
    <p:sldId id="262" r:id="rId7"/>
    <p:sldId id="266" r:id="rId8"/>
    <p:sldId id="260" r:id="rId9"/>
    <p:sldId id="263" r:id="rId10"/>
    <p:sldId id="264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makemore</a:t>
            </a:r>
            <a:r>
              <a:rPr lang="zh-CN" altLang="en-US" dirty="0"/>
              <a:t>开源库的复现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数据集来源</a:t>
            </a:r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10420350" cy="3034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问题定义</a:t>
            </a:r>
            <a:endParaRPr lang="zh-CN" altLang="en-US"/>
          </a:p>
        </p:txBody>
      </p:sp>
      <p:sp>
        <p:nvSpPr>
          <p:cNvPr id="5" name="Content Placeholder 4"/>
          <p:cNvSpPr/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>
            <a:normAutofit fontScale="90000" lnSpcReduction="20000"/>
          </a:bodyPr>
          <a:p>
            <a:r>
              <a:rPr lang="zh-CN" altLang="en-US"/>
              <a:t>设训练语料是字符序列，</a:t>
            </a:r>
            <a:r>
              <a:rPr lang="en-US" altLang="en-US"/>
              <a:t>x1​,x2​,…,xT​,xt​∈V</a:t>
            </a:r>
            <a:r>
              <a:rPr lang="zh-CN" altLang="en-US"/>
              <a:t>，模型学习的是条件分布：</a:t>
            </a:r>
            <a:r>
              <a:rPr lang="en-US" altLang="en-US"/>
              <a:t>P(xt​∣x&lt;t​)</a:t>
            </a:r>
            <a:endParaRPr lang="en-US" altLang="en-US"/>
          </a:p>
          <a:p>
            <a:endParaRPr lang="en-US" altLang="en-US"/>
          </a:p>
          <a:p>
            <a:r>
              <a:rPr lang="en-US" altLang="zh-CN"/>
              <a:t>eg</a:t>
            </a:r>
            <a:r>
              <a:rPr lang="zh-CN" altLang="en-US"/>
              <a:t>：如果名字是</a:t>
            </a:r>
            <a:r>
              <a:rPr lang="en-US" altLang="en-US"/>
              <a:t> emma</a:t>
            </a:r>
            <a:r>
              <a:rPr lang="zh-CN" altLang="en-US"/>
              <a:t>，训练时会构造：</a:t>
            </a:r>
            <a:endParaRPr lang="zh-CN" altLang="en-US"/>
          </a:p>
          <a:p>
            <a:r>
              <a:rPr lang="zh-CN" altLang="en-US"/>
              <a:t>输入：</a:t>
            </a:r>
            <a:r>
              <a:rPr lang="en-US" altLang="en-US"/>
              <a:t>. → </a:t>
            </a:r>
            <a:r>
              <a:rPr lang="zh-CN" altLang="en-US"/>
              <a:t>预测</a:t>
            </a:r>
            <a:r>
              <a:rPr lang="en-US" altLang="en-US"/>
              <a:t> e</a:t>
            </a:r>
            <a:endParaRPr lang="en-US" altLang="en-US"/>
          </a:p>
          <a:p>
            <a:r>
              <a:rPr lang="zh-CN" altLang="en-US"/>
              <a:t>输入：</a:t>
            </a:r>
            <a:r>
              <a:rPr lang="en-US" altLang="en-US"/>
              <a:t>.e → </a:t>
            </a:r>
            <a:r>
              <a:rPr lang="zh-CN" altLang="en-US"/>
              <a:t>预测</a:t>
            </a:r>
            <a:r>
              <a:rPr lang="en-US" altLang="en-US"/>
              <a:t> m</a:t>
            </a:r>
            <a:endParaRPr lang="en-US" altLang="en-US"/>
          </a:p>
          <a:p>
            <a:r>
              <a:rPr lang="en-US" altLang="en-US"/>
              <a:t>......</a:t>
            </a:r>
            <a:endParaRPr lang="en-US" altLang="en-US"/>
          </a:p>
          <a:p>
            <a:r>
              <a:rPr lang="zh-CN" altLang="en-US"/>
              <a:t>输入：</a:t>
            </a:r>
            <a:r>
              <a:rPr lang="en-US" altLang="en-US"/>
              <a:t>.emma → </a:t>
            </a:r>
            <a:r>
              <a:rPr lang="zh-CN" altLang="en-US"/>
              <a:t>预测</a:t>
            </a:r>
            <a:r>
              <a:rPr lang="en-US" altLang="en-US"/>
              <a:t> .</a:t>
            </a:r>
            <a:r>
              <a:rPr lang="zh-CN" altLang="en-US"/>
              <a:t>（结束符</a:t>
            </a:r>
            <a:r>
              <a:rPr lang="en-US" altLang="en-US"/>
              <a:t> &lt;EOS&gt; </a:t>
            </a:r>
            <a:r>
              <a:rPr lang="zh-CN" altLang="en-US"/>
              <a:t>或</a:t>
            </a:r>
            <a:r>
              <a:rPr lang="en-US" altLang="en-US"/>
              <a:t> .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输出是</a:t>
            </a:r>
            <a:r>
              <a:rPr lang="en-US" altLang="en-US"/>
              <a:t>“</a:t>
            </a:r>
            <a:r>
              <a:rPr lang="zh-CN" altLang="en-US"/>
              <a:t>下一个字符在全字符表上的概率分布</a:t>
            </a:r>
            <a:r>
              <a:rPr lang="en-US" altLang="en-US"/>
              <a:t>”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训练目标：最大似然</a:t>
            </a:r>
            <a:r>
              <a:rPr lang="en-US" altLang="en-US"/>
              <a:t> / </a:t>
            </a:r>
            <a:r>
              <a:rPr lang="zh-CN" altLang="en-US"/>
              <a:t>交叉熵最小化</a:t>
            </a:r>
            <a:endParaRPr lang="zh-C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2885" y="1910715"/>
            <a:ext cx="7989570" cy="34728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230" y="1691005"/>
            <a:ext cx="2809875" cy="1539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方法对比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每个模型用多长上下文：</a:t>
            </a:r>
            <a:endParaRPr lang="zh-CN" altLang="en-US"/>
          </a:p>
          <a:p>
            <a:r>
              <a:rPr lang="en-US" altLang="en-US"/>
              <a:t>Bigram</a:t>
            </a:r>
            <a:r>
              <a:rPr lang="zh-CN" altLang="en-US"/>
              <a:t>：</a:t>
            </a:r>
            <a:r>
              <a:rPr lang="en-US" altLang="en-US"/>
              <a:t>1</a:t>
            </a:r>
            <a:endParaRPr lang="en-US" altLang="en-US"/>
          </a:p>
          <a:p>
            <a:r>
              <a:rPr lang="en-US" altLang="en-US"/>
              <a:t>MLP</a:t>
            </a:r>
            <a:r>
              <a:rPr lang="zh-CN" altLang="en-US"/>
              <a:t>：</a:t>
            </a:r>
            <a:r>
              <a:rPr lang="en-US" altLang="en-US"/>
              <a:t>block_size</a:t>
            </a:r>
            <a:r>
              <a:rPr lang="zh-CN" altLang="en-US"/>
              <a:t>（固定窗口）</a:t>
            </a:r>
            <a:endParaRPr lang="en-US" altLang="en-US"/>
          </a:p>
          <a:p>
            <a:r>
              <a:rPr lang="en-US" altLang="en-US"/>
              <a:t>RNN/GRU</a:t>
            </a:r>
            <a:r>
              <a:rPr lang="zh-CN" altLang="en-US"/>
              <a:t>：理论无限（但压缩在</a:t>
            </a:r>
            <a:r>
              <a:rPr lang="en-US" altLang="en-US"/>
              <a:t> h</a:t>
            </a:r>
            <a:r>
              <a:rPr lang="zh-CN" altLang="en-US"/>
              <a:t>）</a:t>
            </a:r>
            <a:endParaRPr lang="en-US" altLang="en-US"/>
          </a:p>
          <a:p>
            <a:r>
              <a:rPr lang="en-US" altLang="en-US"/>
              <a:t>Transformer</a:t>
            </a:r>
            <a:r>
              <a:rPr lang="zh-CN" altLang="en-US"/>
              <a:t>：窗口内</a:t>
            </a:r>
            <a:r>
              <a:rPr lang="en-US" altLang="en-US"/>
              <a:t> block_size</a:t>
            </a:r>
            <a:r>
              <a:rPr lang="zh-CN" altLang="en-US"/>
              <a:t>（注意力寻址）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0"/>
            <a:ext cx="10769600" cy="68580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953260" y="6026785"/>
            <a:ext cx="86944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ym typeface="+mn-ea"/>
              </a:rPr>
              <a:t>vocab_size</a:t>
            </a:r>
            <a:r>
              <a:rPr lang="en-US" altLang="en-US">
                <a:sym typeface="+mn-ea"/>
              </a:rPr>
              <a:t> = unique_chars + 1</a:t>
            </a:r>
            <a:r>
              <a:rPr lang="zh-CN" altLang="en-US">
                <a:sym typeface="+mn-ea"/>
              </a:rPr>
              <a:t>（字符表大小</a:t>
            </a:r>
            <a:r>
              <a:rPr lang="en-US" altLang="en-US">
                <a:sym typeface="+mn-ea"/>
              </a:rPr>
              <a:t> + 1 </a:t>
            </a:r>
            <a:r>
              <a:rPr lang="zh-CN" altLang="en-US">
                <a:sym typeface="+mn-ea"/>
              </a:rPr>
              <a:t>个特殊</a:t>
            </a:r>
            <a:r>
              <a:rPr lang="en-US" altLang="en-US">
                <a:sym typeface="+mn-ea"/>
              </a:rPr>
              <a:t> 0 token</a:t>
            </a:r>
            <a:r>
              <a:rPr lang="zh-CN" altLang="en-US">
                <a:sym typeface="+mn-ea"/>
              </a:rPr>
              <a:t>）</a:t>
            </a:r>
            <a:endParaRPr lang="en-US" altLang="en-US"/>
          </a:p>
          <a:p>
            <a:r>
              <a:rPr lang="en-US" altLang="en-US" b="1">
                <a:sym typeface="+mn-ea"/>
              </a:rPr>
              <a:t>block_size</a:t>
            </a:r>
            <a:r>
              <a:rPr lang="en-US" altLang="en-US">
                <a:sym typeface="+mn-ea"/>
              </a:rPr>
              <a:t> = max_word_length + 1</a:t>
            </a:r>
            <a:r>
              <a:rPr lang="zh-CN" altLang="en-US">
                <a:sym typeface="+mn-ea"/>
              </a:rPr>
              <a:t>（最长单词长度</a:t>
            </a:r>
            <a:r>
              <a:rPr lang="en-US" altLang="en-US">
                <a:sym typeface="+mn-ea"/>
              </a:rPr>
              <a:t> + 1</a:t>
            </a:r>
            <a:r>
              <a:rPr lang="zh-CN" altLang="en-US">
                <a:sym typeface="+mn-ea"/>
              </a:rPr>
              <a:t>；因为会加起始</a:t>
            </a:r>
            <a:r>
              <a:rPr lang="en-US" altLang="en-US">
                <a:sym typeface="+mn-ea"/>
              </a:rPr>
              <a:t> 0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复现结果：</a:t>
            </a:r>
            <a:r>
              <a:rPr lang="en-US"/>
              <a:t>Bigram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7340" y="1598930"/>
            <a:ext cx="8720455" cy="45650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复现结果：</a:t>
            </a:r>
            <a:r>
              <a:rPr lang="en-US" altLang="zh-CN">
                <a:sym typeface="+mn-ea"/>
              </a:rPr>
              <a:t>MLP</a:t>
            </a:r>
            <a:endParaRPr lang="en-US" altLang="zh-CN">
              <a:sym typeface="+mn-ea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1925" y="1752600"/>
            <a:ext cx="8820150" cy="4617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复现结果：</a:t>
            </a:r>
            <a:r>
              <a:rPr lang="en-US" altLang="zh-CN">
                <a:sym typeface="+mn-ea"/>
              </a:rPr>
              <a:t>Rnn</a:t>
            </a:r>
            <a:endParaRPr lang="en-US" altLang="zh-CN">
              <a:sym typeface="+mn-ea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62405" y="1825625"/>
            <a:ext cx="8768080" cy="4589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复现结果：</a:t>
            </a:r>
            <a:r>
              <a:rPr lang="en-US"/>
              <a:t>Transformer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19860" y="1830070"/>
            <a:ext cx="8458200" cy="4351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WPS Presentation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Theme</vt:lpstr>
      <vt:lpstr>makemore开源库的复现</vt:lpstr>
      <vt:lpstr>数据集来源</vt:lpstr>
      <vt:lpstr>问题定义</vt:lpstr>
      <vt:lpstr>训练目标：最大似然 / 交叉熵最小化</vt:lpstr>
      <vt:lpstr>方法对比</vt:lpstr>
      <vt:lpstr>PowerPoint 演示文稿</vt:lpstr>
      <vt:lpstr>复现结果：Bigram</vt:lpstr>
      <vt:lpstr>复现结果：MLP</vt:lpstr>
      <vt:lpstr>复现结果：Rnn</vt:lpstr>
      <vt:lpstr>复现结果：Transformer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WPS_1722139643</cp:lastModifiedBy>
  <cp:revision>7</cp:revision>
  <dcterms:created xsi:type="dcterms:W3CDTF">2025-07-23T00:59:00Z</dcterms:created>
  <dcterms:modified xsi:type="dcterms:W3CDTF">2026-01-17T12:45:33Z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3622B37926CF43B5B455C9F26FC6D2CF_11</vt:lpwstr>
  </property>
  <property fmtid="{D5CDD505-2E9C-101B-9397-08002B2CF9AE}" pid="3" name="KSOProductBuildVer">
    <vt:lpwstr>1033-12.2.0.23196</vt:lpwstr>
  </property>
</Properties>
</file>